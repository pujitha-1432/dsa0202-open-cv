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7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3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4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6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3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1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6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2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323EC-F655-4968-8AB3-DEFFF2CC795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24D8A-E99A-473E-8709-56F63F5DF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2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17584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524000" y="1274274"/>
            <a:ext cx="8979877" cy="2083777"/>
          </a:xfrm>
          <a:prstGeom prst="roundRect">
            <a:avLst>
              <a:gd name="adj" fmla="val 2679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Algerian" panose="04020705040A02060702" pitchFamily="82" charset="0"/>
              </a:rPr>
              <a:t>AR Mobile App Overlays Virtual Objects on Real Scenes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32985" y="4950069"/>
            <a:ext cx="3191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PUJITHA (192524149)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3931" y="4765403"/>
            <a:ext cx="702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COURSE CODE</a:t>
            </a:r>
            <a:r>
              <a:rPr lang="en-US" dirty="0" smtClean="0"/>
              <a:t>: DSA0202</a:t>
            </a:r>
          </a:p>
          <a:p>
            <a:r>
              <a:rPr lang="en-US" b="1" dirty="0" smtClean="0"/>
              <a:t>COURSE NAME </a:t>
            </a:r>
            <a:r>
              <a:rPr lang="en-US" dirty="0" smtClean="0"/>
              <a:t>: Computer vision with OPENCV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931" y="5688733"/>
            <a:ext cx="437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M.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Mayuranathan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8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256383" y="456992"/>
            <a:ext cx="7186864" cy="1238667"/>
          </a:xfrm>
          <a:prstGeom prst="roundRect">
            <a:avLst>
              <a:gd name="adj" fmla="val 2298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INTRODUCTION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9587" y="2208057"/>
            <a:ext cx="10026316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Augmented Reality (AR)?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AR combines the real world with virtual objects.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mobile camera to capture the real scene.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objects are placed on the real-world view in real time.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 is used in games, shopping, education, and entertainment. 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Pokémon GO, Snapchat Filters, IKEA Place.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84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8792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5115" y="785601"/>
            <a:ext cx="11341769" cy="1046284"/>
          </a:xfrm>
          <a:prstGeom prst="roundRect">
            <a:avLst>
              <a:gd name="adj" fmla="val 2675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Algerian" panose="04020705040A02060702" pitchFamily="82" charset="0"/>
              </a:rPr>
              <a:t>Difference Between Computer Graphics and Computer Vision</a:t>
            </a:r>
            <a:endParaRPr lang="en-US" sz="2800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81986"/>
              </p:ext>
            </p:extLst>
          </p:nvPr>
        </p:nvGraphicFramePr>
        <p:xfrm>
          <a:off x="934914" y="2298178"/>
          <a:ext cx="10515600" cy="411866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988158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73792886"/>
                    </a:ext>
                  </a:extLst>
                </a:gridCol>
              </a:tblGrid>
              <a:tr h="823733">
                <a:tc>
                  <a:txBody>
                    <a:bodyPr/>
                    <a:lstStyle/>
                    <a:p>
                      <a:r>
                        <a:rPr lang="en-US" b="1" u="sng" dirty="0"/>
                        <a:t>Computer Graphics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/>
                        <a:t>Computer Vision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75170"/>
                  </a:ext>
                </a:extLst>
              </a:tr>
              <a:tr h="823733">
                <a:tc>
                  <a:txBody>
                    <a:bodyPr/>
                    <a:lstStyle/>
                    <a:p>
                      <a:r>
                        <a:rPr lang="en-US" dirty="0"/>
                        <a:t>Creates virtual objects.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Understands real-world images.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84420"/>
                  </a:ext>
                </a:extLst>
              </a:tr>
              <a:tr h="823733">
                <a:tc>
                  <a:txBody>
                    <a:bodyPr/>
                    <a:lstStyle/>
                    <a:p>
                      <a:r>
                        <a:rPr lang="en-US" dirty="0"/>
                        <a:t>Generates images using a computer.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Analyzes images captured by a camera.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254290"/>
                  </a:ext>
                </a:extLst>
              </a:tr>
              <a:tr h="823733">
                <a:tc>
                  <a:txBody>
                    <a:bodyPr/>
                    <a:lstStyle/>
                    <a:p>
                      <a:r>
                        <a:rPr lang="en-US" dirty="0"/>
                        <a:t>Output is a virtual scene.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is object recognition.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931425"/>
                  </a:ext>
                </a:extLst>
              </a:tr>
              <a:tr h="823733">
                <a:tc>
                  <a:txBody>
                    <a:bodyPr/>
                    <a:lstStyle/>
                    <a:p>
                      <a:r>
                        <a:rPr lang="en-US"/>
                        <a:t>Example: 3D Glasses.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Example: Face Detection</a:t>
                      </a:r>
                      <a:r>
                        <a:rPr lang="en-US" dirty="0" smtClean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73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39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172307" y="429419"/>
            <a:ext cx="9677400" cy="1201738"/>
          </a:xfrm>
          <a:prstGeom prst="roundRect">
            <a:avLst>
              <a:gd name="adj" fmla="val 3268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Camera Model Usage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4968" y="2238621"/>
            <a:ext cx="104754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Model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The camera model converts a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real-world scene into a 2D image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camera position.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object distance.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Places virtual objects correctly.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object alignment while moving. 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 virtual chair stays fixed on the floor when the phone moves.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0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540042" y="529389"/>
            <a:ext cx="8309811" cy="1161299"/>
          </a:xfrm>
          <a:prstGeom prst="roundRect">
            <a:avLst>
              <a:gd name="adj" fmla="val 3186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Real-Time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0042" y="2280027"/>
            <a:ext cx="98979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image processing.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object tracking.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changes.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occlusion.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battery consumption.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affect AR performance and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2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716505" y="365125"/>
            <a:ext cx="8357937" cy="1325563"/>
          </a:xfrm>
          <a:prstGeom prst="roundRect">
            <a:avLst>
              <a:gd name="adj" fmla="val 3482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AR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0105" y="2055813"/>
            <a:ext cx="94808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Captures Image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Vision)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Position Estimation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Object Rendering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Graphics)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Display on Mobile Screen</a:t>
            </a:r>
          </a:p>
        </p:txBody>
      </p:sp>
    </p:spTree>
    <p:extLst>
      <p:ext uri="{BB962C8B-B14F-4D97-AF65-F5344CB8AC3E}">
        <p14:creationId xmlns:p14="http://schemas.microsoft.com/office/powerpoint/2010/main" val="19009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84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780674" y="561474"/>
            <a:ext cx="8213558" cy="1138989"/>
          </a:xfrm>
          <a:prstGeom prst="roundRect">
            <a:avLst>
              <a:gd name="adj" fmla="val 3791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Real-World Applications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630774" y="2261937"/>
            <a:ext cx="505869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Instagram AR Effects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Pokémon GO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IKEA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Google Live View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Medical 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Try-On Apps </a:t>
            </a:r>
          </a:p>
        </p:txBody>
      </p:sp>
    </p:spTree>
    <p:extLst>
      <p:ext uri="{BB962C8B-B14F-4D97-AF65-F5344CB8AC3E}">
        <p14:creationId xmlns:p14="http://schemas.microsoft.com/office/powerpoint/2010/main" val="316120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92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989222" y="625641"/>
            <a:ext cx="7924800" cy="1187116"/>
          </a:xfrm>
          <a:prstGeom prst="roundRect">
            <a:avLst>
              <a:gd name="adj" fmla="val 4099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0" y="2310063"/>
            <a:ext cx="8678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detects and understands real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creates virtual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models ensure accurate object placement.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provides a smooth AR experience. </a:t>
            </a: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Graphics and Vision to create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85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03484" y="1204547"/>
            <a:ext cx="1024303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9600" b="1" dirty="0" smtClean="0">
                <a:latin typeface="Algerian" panose="04020705040A02060702" pitchFamily="82" charset="0"/>
              </a:rPr>
              <a:t>THANK YOU !!!</a:t>
            </a:r>
            <a:endParaRPr lang="en-US" sz="9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0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333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 pujitha</dc:creator>
  <cp:lastModifiedBy>k pujitha</cp:lastModifiedBy>
  <cp:revision>11</cp:revision>
  <dcterms:created xsi:type="dcterms:W3CDTF">2026-07-14T06:11:59Z</dcterms:created>
  <dcterms:modified xsi:type="dcterms:W3CDTF">2026-07-23T06:11:45Z</dcterms:modified>
</cp:coreProperties>
</file>